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Default Extension="mp4" ContentType="video/mp4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8288000" cy="10287000"/>
  <p:notesSz cx="6858000" cy="9144000"/>
  <p:embeddedFontLst>
    <p:embeddedFont>
      <p:font typeface="王漢宗顏楷體" charset="-120"/>
      <p:regular r:id="rId9"/>
    </p:embeddedFont>
    <p:embeddedFont>
      <p:font typeface="王漢宗特黑體" charset="-120"/>
      <p:regular r:id="rId10"/>
    </p:embeddedFont>
    <p:embeddedFont>
      <p:font typeface="Gotham" charset="0"/>
      <p:regular r:id="rId11"/>
    </p:embeddedFont>
    <p:embeddedFont>
      <p:font typeface="Gotham Bold" charset="0"/>
      <p:regular r:id="rId12"/>
    </p:embeddedFon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-7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F:\&#24819;&#21360;&#26159;.mp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ideo" Target="../media/VAGeuC2L1ig.mp4"/><Relationship Id="rId5" Type="http://schemas.openxmlformats.org/officeDocument/2006/relationships/image" Target="../media/image2.jpeg"/><Relationship Id="rId4" Type="http://schemas.microsoft.com/office/2007/relationships/media" Target="../media/VAGeuC2L1ig.mp4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ideo" Target="../media/VAGeuCOQLh0.mp4"/><Relationship Id="rId5" Type="http://schemas.openxmlformats.org/officeDocument/2006/relationships/image" Target="../media/image3.jpeg"/><Relationship Id="rId4" Type="http://schemas.microsoft.com/office/2007/relationships/media" Target="../media/VAGeuCOQLh0.mp4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F:\&#25152;&#26377;&#27402;.mp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F:\&#25972;&#27573;&#36890;&#30693;.mp4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99127" y="1076325"/>
            <a:ext cx="2695095" cy="7908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0"/>
              </a:lnSpc>
            </a:pPr>
            <a:r>
              <a:rPr lang="en-US" sz="20000" spc="1000">
                <a:solidFill>
                  <a:srgbClr val="F6E7D8">
                    <a:alpha val="89804"/>
                  </a:srgbClr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李雨</a:t>
            </a:r>
          </a:p>
          <a:p>
            <a:pPr algn="l">
              <a:lnSpc>
                <a:spcPts val="19400"/>
              </a:lnSpc>
            </a:pPr>
            <a:r>
              <a:rPr lang="en-US" sz="20000" spc="1000">
                <a:solidFill>
                  <a:srgbClr val="F6E7D8">
                    <a:alpha val="89804"/>
                  </a:srgbClr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04294" y="1287024"/>
            <a:ext cx="7258906" cy="991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實作貢獻</a:t>
            </a:r>
            <a:endParaRPr lang="en-US" sz="6000" dirty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598218"/>
            <a:ext cx="8495395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多張動圖上傳</a:t>
            </a:r>
          </a:p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大圖片裁切上傳</a:t>
            </a:r>
          </a:p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修改權確認</a:t>
            </a:r>
          </a:p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通知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8770" y="7098587"/>
            <a:ext cx="599905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62">
                <a:solidFill>
                  <a:srgbClr val="F6E7D8"/>
                </a:solidFill>
                <a:latin typeface="Gotham"/>
                <a:ea typeface="Gotham"/>
                <a:cs typeface="Gotham"/>
                <a:sym typeface="Gotham"/>
              </a:rPr>
              <a:t>每</a:t>
            </a:r>
            <a:r>
              <a:rPr lang="en-US" sz="2499" b="1" spc="62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篇貼文有: 1. 點讚功能</a:t>
            </a:r>
          </a:p>
          <a:p>
            <a:pPr algn="l">
              <a:lnSpc>
                <a:spcPts val="3374"/>
              </a:lnSpc>
            </a:pPr>
            <a:r>
              <a:rPr lang="en-US" sz="2499" b="1" spc="62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2.留言功能</a:t>
            </a:r>
          </a:p>
          <a:p>
            <a:pPr marL="0" lvl="0" indent="0" algn="l">
              <a:lnSpc>
                <a:spcPts val="3374"/>
              </a:lnSpc>
              <a:spcBef>
                <a:spcPct val="0"/>
              </a:spcBef>
            </a:pPr>
            <a:r>
              <a:rPr lang="en-US" sz="2499" b="1" spc="62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3.分享功能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2295" y="7108112"/>
            <a:ext cx="6359336" cy="127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555" b="1" spc="63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結構:  前端貼文產生，基礎運作由ui.js產生</a:t>
            </a:r>
          </a:p>
          <a:p>
            <a:pPr algn="l">
              <a:lnSpc>
                <a:spcPts val="3449"/>
              </a:lnSpc>
            </a:pPr>
            <a:r>
              <a:rPr lang="en-US" sz="2555" b="1" spc="63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555" b="1" spc="63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系統資料庫抓取則與api.js有關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038600" y="495300"/>
            <a:ext cx="9677400" cy="1084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zh-TW" altLang="en-US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響應式功能</a:t>
            </a:r>
            <a:endParaRPr lang="en-US" altLang="zh-TW" sz="6000" dirty="0" smtClean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pic>
        <p:nvPicPr>
          <p:cNvPr id="8" name="想印是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9525000" y="1638300"/>
            <a:ext cx="8305800" cy="86487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14400" y="3619500"/>
            <a:ext cx="9144000" cy="27853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4200"/>
              </a:lnSpc>
            </a:pPr>
            <a:r>
              <a:rPr lang="zh-TW" altLang="en-US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啟用響應式後</a:t>
            </a:r>
            <a:r>
              <a:rPr lang="en-US" altLang="zh-TW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:</a:t>
            </a:r>
          </a:p>
          <a:p>
            <a:pPr>
              <a:lnSpc>
                <a:spcPts val="4200"/>
              </a:lnSpc>
            </a:pPr>
            <a:r>
              <a:rPr lang="en-US" altLang="zh-TW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	</a:t>
            </a:r>
            <a:r>
              <a:rPr lang="zh-TW" altLang="en-US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寬度小於設定值則變為這樣，</a:t>
            </a:r>
            <a:endParaRPr lang="en-US" altLang="zh-TW" sz="3000" dirty="0" smtClean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  <a:p>
            <a:pPr>
              <a:lnSpc>
                <a:spcPts val="4200"/>
              </a:lnSpc>
            </a:pPr>
            <a:r>
              <a:rPr lang="en-US" altLang="zh-TW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	</a:t>
            </a:r>
            <a:r>
              <a:rPr lang="zh-TW" altLang="en-US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目錄變至下方，</a:t>
            </a:r>
            <a:endParaRPr lang="en-US" altLang="zh-TW" sz="3000" dirty="0" smtClean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  <a:p>
            <a:pPr>
              <a:lnSpc>
                <a:spcPts val="4200"/>
              </a:lnSpc>
            </a:pPr>
            <a:r>
              <a:rPr lang="en-US" altLang="zh-TW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	</a:t>
            </a:r>
            <a:r>
              <a:rPr lang="zh-TW" altLang="en-US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文字消失，</a:t>
            </a:r>
            <a:endParaRPr lang="en-US" altLang="zh-TW" sz="3000" dirty="0" smtClean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  <a:p>
            <a:pPr>
              <a:lnSpc>
                <a:spcPts val="4200"/>
              </a:lnSpc>
            </a:pPr>
            <a:r>
              <a:rPr lang="en-US" altLang="zh-TW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	</a:t>
            </a:r>
            <a:r>
              <a:rPr lang="zh-TW" altLang="en-US" sz="3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此為參照手機模式功能</a:t>
            </a:r>
            <a:endParaRPr lang="en-US" altLang="zh-TW" sz="3000" dirty="0" err="1" smtClean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82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embed="rId4"/>
              </p:ext>
            </p:extLst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9332320" y="2608174"/>
            <a:ext cx="8280529" cy="440106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444473" y="602255"/>
            <a:ext cx="45720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大圖截圖上傳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4102136"/>
            <a:ext cx="76200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大容量過大的圖片，資料庫無法直接存取資料</a:t>
            </a:r>
            <a:endParaRPr lang="en-US" sz="3000" dirty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圖片限制為</a:t>
            </a:r>
            <a:r>
              <a:rPr lang="en-US" sz="3000" dirty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(15KB)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5799737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 err="1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</a:t>
            </a:r>
            <a:r>
              <a:rPr lang="en-US" sz="3999" dirty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7049" y="2330227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618843"/>
            <a:ext cx="12080916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cropper截圖，分享後圖片存入mysql，後將mysql的資料再度回傳前端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embed="rId4"/>
              </p:ext>
            </p:extLst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9655612" y="2693098"/>
            <a:ext cx="7965635" cy="448066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00" y="623179"/>
            <a:ext cx="30480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多圖上傳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4123581"/>
            <a:ext cx="6096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讓圖文畫面流動，為網頁注入新鮮感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5809505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7049" y="2239073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7049" y="7698630"/>
            <a:ext cx="3048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輪播圖結構的功能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600" y="508698"/>
            <a:ext cx="12192000" cy="991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系統辨識擁有者</a:t>
            </a:r>
            <a:endParaRPr lang="en-US" sz="6000" dirty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97049" y="4076670"/>
            <a:ext cx="6096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讓圖文畫面流動，為網頁注入新鮮感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5894360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2255921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8490" y="7624851"/>
            <a:ext cx="13664895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後端系統確認isownpost，若是符合，則允許修改，不是則不會出現按鈕</a:t>
            </a:r>
          </a:p>
        </p:txBody>
      </p:sp>
      <p:pic>
        <p:nvPicPr>
          <p:cNvPr id="8" name="所有權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9220200" y="2095500"/>
            <a:ext cx="8229600" cy="533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6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45587" y="508698"/>
            <a:ext cx="9596826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通知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4111157"/>
            <a:ext cx="3810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能夠有機會認識新朋友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5833101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7049" y="2186013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603252"/>
            <a:ext cx="11241815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存取至後端API，在抓取至前端網頁，並且Feedback有未讀訊息</a:t>
            </a:r>
          </a:p>
        </p:txBody>
      </p:sp>
      <p:pic>
        <p:nvPicPr>
          <p:cNvPr id="8" name="整段通知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8229600" y="2171700"/>
            <a:ext cx="9161929" cy="4867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91000" y="4533900"/>
            <a:ext cx="9596826" cy="99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zh-TW" altLang="en-US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謝謝觀看</a:t>
            </a:r>
            <a:endParaRPr lang="en-US" sz="6000" dirty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102</Words>
  <Application>Microsoft Office PowerPoint</Application>
  <PresentationFormat>自訂</PresentationFormat>
  <Paragraphs>41</Paragraphs>
  <Slides>7</Slides>
  <Notes>0</Notes>
  <HiddenSlides>0</HiddenSlides>
  <MMClips>5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6" baseType="lpstr">
      <vt:lpstr>Arial</vt:lpstr>
      <vt:lpstr>新細明體</vt:lpstr>
      <vt:lpstr>王漢宗顏楷體</vt:lpstr>
      <vt:lpstr>王漢宗特黑體</vt:lpstr>
      <vt:lpstr>Noto Sans T Chinese</vt:lpstr>
      <vt:lpstr>Gotham</vt:lpstr>
      <vt:lpstr>Gotham Bold</vt:lpstr>
      <vt:lpstr>Calibri</vt:lpstr>
      <vt:lpstr>Office Theme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White and Orange Simple Portfolio Presentation</dc:title>
  <cp:lastModifiedBy>USER</cp:lastModifiedBy>
  <cp:revision>6</cp:revision>
  <dcterms:created xsi:type="dcterms:W3CDTF">2006-08-16T00:00:00Z</dcterms:created>
  <dcterms:modified xsi:type="dcterms:W3CDTF">2025-02-18T15:42:10Z</dcterms:modified>
  <dc:identifier>DAGeCAkPZPA</dc:identifier>
</cp:coreProperties>
</file>
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Default Extension="mp4" ContentType="video/mp4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王漢宗顏楷體" charset="-120"/>
      <p:regular r:id="rId7"/>
    </p:embeddedFont>
    <p:embeddedFont>
      <p:font typeface="王漢宗特黑體" charset="-120"/>
      <p:regular r:id="rId8"/>
    </p:embeddedFont>
    <p:embeddedFont>
      <p:font typeface="Gotham" charset="0"/>
      <p:regular r:id="rId9"/>
    </p:embeddedFont>
    <p:embeddedFont>
      <p:font typeface="Gotham Bold" charset="0"/>
      <p:regular r:id="rId10"/>
    </p:embeddedFont>
    <p:embeddedFont>
      <p:font typeface="Calibri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-714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video" Target="../media/VAGeuC2L1ig.mp4"/><Relationship Id="rId5" Type="http://schemas.openxmlformats.org/officeDocument/2006/relationships/image" Target="../media/image1.jpeg"/><Relationship Id="rId4" Type="http://schemas.microsoft.com/office/2007/relationships/media" Target="../media/VAGeuC2L1ig.mp4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video" Target="../media/VAGeuCOQLh0.mp4"/><Relationship Id="rId5" Type="http://schemas.openxmlformats.org/officeDocument/2006/relationships/image" Target="../media/image2.jpeg"/><Relationship Id="rId4" Type="http://schemas.microsoft.com/office/2007/relationships/media" Target="../media/VAGeuCOQLh0.mp4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F:\&#25152;&#26377;&#27402;.mp4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video" Target="../media/VAGeuGtGb_k.mp4"/><Relationship Id="rId5" Type="http://schemas.openxmlformats.org/officeDocument/2006/relationships/image" Target="../media/image4.jpeg"/><Relationship Id="rId4" Type="http://schemas.microsoft.com/office/2007/relationships/media" Target="../media/VAGeuGtGb_k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999127" y="1076325"/>
            <a:ext cx="2695095" cy="7908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0"/>
              </a:lnSpc>
            </a:pPr>
            <a:r>
              <a:rPr lang="en-US" sz="20000" spc="1000">
                <a:solidFill>
                  <a:srgbClr val="F6E7D8">
                    <a:alpha val="89804"/>
                  </a:srgbClr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李雨</a:t>
            </a:r>
          </a:p>
          <a:p>
            <a:pPr algn="l">
              <a:lnSpc>
                <a:spcPts val="19400"/>
              </a:lnSpc>
            </a:pPr>
            <a:r>
              <a:rPr lang="en-US" sz="20000" spc="1000">
                <a:solidFill>
                  <a:srgbClr val="F6E7D8">
                    <a:alpha val="89804"/>
                  </a:srgbClr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融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04294" y="1287024"/>
            <a:ext cx="7258906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實作貢獻</a:t>
            </a:r>
            <a:r>
              <a:rPr lang="en-US" altLang="zh-TW" sz="6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(</a:t>
            </a:r>
            <a:r>
              <a:rPr lang="zh-TW" altLang="en-US" sz="6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後端部分</a:t>
            </a:r>
            <a:r>
              <a:rPr lang="en-US" altLang="zh-TW" sz="6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)</a:t>
            </a:r>
            <a:endParaRPr lang="en-US" sz="6000" dirty="0">
              <a:solidFill>
                <a:srgbClr val="F6E7D8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598218"/>
            <a:ext cx="8495395" cy="352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F6E7D8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多張動圖上傳</a:t>
            </a:r>
          </a:p>
          <a:p>
            <a:pPr marL="1079501" lvl="1" indent="-539750" algn="just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F6E7D8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大圖片裁切上傳</a:t>
            </a:r>
          </a:p>
          <a:p>
            <a:pPr marL="1079501" lvl="1" indent="-539750" algn="just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F6E7D8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修改權確認</a:t>
            </a:r>
          </a:p>
          <a:p>
            <a:pPr marL="1079501" lvl="1" indent="-539750" algn="just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F6E7D8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通知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28770" y="7098587"/>
            <a:ext cx="5999050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99" spc="62">
                <a:solidFill>
                  <a:srgbClr val="F6E7D8"/>
                </a:solidFill>
                <a:latin typeface="Gotham"/>
                <a:ea typeface="Gotham"/>
                <a:cs typeface="Gotham"/>
                <a:sym typeface="Gotham"/>
              </a:rPr>
              <a:t>每</a:t>
            </a:r>
            <a:r>
              <a:rPr lang="en-US" sz="2499" b="1" spc="62">
                <a:solidFill>
                  <a:srgbClr val="F6E7D8"/>
                </a:solidFill>
                <a:latin typeface="Gotham Bold"/>
                <a:ea typeface="Gotham Bold"/>
                <a:cs typeface="Gotham Bold"/>
                <a:sym typeface="Gotham Bold"/>
              </a:rPr>
              <a:t>篇貼文有: 1. 點讚功能</a:t>
            </a:r>
          </a:p>
          <a:p>
            <a:pPr algn="l">
              <a:lnSpc>
                <a:spcPts val="3374"/>
              </a:lnSpc>
            </a:pPr>
            <a:r>
              <a:rPr lang="en-US" sz="2499" b="1" spc="62">
                <a:solidFill>
                  <a:srgbClr val="F6E7D8"/>
                </a:solidFill>
                <a:latin typeface="Gotham Bold"/>
                <a:ea typeface="Gotham Bold"/>
                <a:cs typeface="Gotham Bold"/>
                <a:sym typeface="Gotham Bold"/>
              </a:rPr>
              <a:t>                  2.留言功能</a:t>
            </a:r>
          </a:p>
          <a:p>
            <a:pPr marL="0" lvl="0" indent="0" algn="l">
              <a:lnSpc>
                <a:spcPts val="3374"/>
              </a:lnSpc>
              <a:spcBef>
                <a:spcPct val="0"/>
              </a:spcBef>
            </a:pPr>
            <a:r>
              <a:rPr lang="en-US" sz="2499" b="1" spc="62">
                <a:solidFill>
                  <a:srgbClr val="F6E7D8"/>
                </a:solidFill>
                <a:latin typeface="Gotham Bold"/>
                <a:ea typeface="Gotham Bold"/>
                <a:cs typeface="Gotham Bold"/>
                <a:sym typeface="Gotham Bold"/>
              </a:rPr>
              <a:t>                  3.分享功能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52295" y="7108112"/>
            <a:ext cx="6359336" cy="127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555" b="1" spc="63">
                <a:solidFill>
                  <a:srgbClr val="F6E7D8"/>
                </a:solidFill>
                <a:latin typeface="Gotham Bold"/>
                <a:ea typeface="Gotham Bold"/>
                <a:cs typeface="Gotham Bold"/>
                <a:sym typeface="Gotham Bold"/>
              </a:rPr>
              <a:t>結構:  前端貼文產生，基礎運作由ui.js產生</a:t>
            </a:r>
          </a:p>
          <a:p>
            <a:pPr algn="l">
              <a:lnSpc>
                <a:spcPts val="3449"/>
              </a:lnSpc>
            </a:pPr>
            <a:r>
              <a:rPr lang="en-US" sz="2555" b="1" spc="63">
                <a:solidFill>
                  <a:srgbClr val="F6E7D8"/>
                </a:solidFill>
                <a:latin typeface="Gotham Bold"/>
                <a:ea typeface="Gotham Bold"/>
                <a:cs typeface="Gotham Bold"/>
                <a:sym typeface="Gotham Bold"/>
              </a:rPr>
              <a:t>         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555" b="1" spc="63">
                <a:solidFill>
                  <a:srgbClr val="F6E7D8"/>
                </a:solidFill>
                <a:latin typeface="Gotham Bold"/>
                <a:ea typeface="Gotham Bold"/>
                <a:cs typeface="Gotham Bold"/>
                <a:sym typeface="Gotham Bold"/>
              </a:rPr>
              <a:t>         系統資料庫抓取則與api.js有關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="" xmlns:p14="http://schemas.microsoft.com/office/powerpoint/2010/main" r:embed="rId4"/>
              </p:ext>
            </p:extLst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9332320" y="2608174"/>
            <a:ext cx="8280529" cy="440106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444473" y="602255"/>
            <a:ext cx="4572000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大圖截圖上傳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7049" y="4102136"/>
            <a:ext cx="762000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大容量過大的圖片，資料庫無法直接存取資料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圖片限制為(15KB)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7049" y="5799737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實作技術: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7049" y="2330227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目標用途: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618843"/>
            <a:ext cx="12080916" cy="5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cropper截圖，分享後圖片存入mysql，後將mysql的資料再度回傳前端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="" xmlns:p14="http://schemas.microsoft.com/office/powerpoint/2010/main" r:embed="rId4"/>
              </p:ext>
            </p:extLst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9655612" y="2693098"/>
            <a:ext cx="7965635" cy="448066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620000" y="623179"/>
            <a:ext cx="3048000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多圖上傳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7049" y="4123581"/>
            <a:ext cx="6096000" cy="5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讓圖文畫面流動，為網頁注入新鮮感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7049" y="5809505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實作技術: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7049" y="2239073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目標用途: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7049" y="7698630"/>
            <a:ext cx="3048000" cy="5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輪播圖結構的功能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95600" y="508698"/>
            <a:ext cx="121920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系統辨識擁有者</a:t>
            </a:r>
            <a:r>
              <a:rPr lang="en-US" altLang="zh-TW" sz="6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(</a:t>
            </a:r>
            <a:r>
              <a:rPr lang="zh-TW" altLang="en-US" sz="6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此區影片點</a:t>
            </a:r>
            <a:r>
              <a:rPr lang="en-US" altLang="zh-TW" sz="6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2</a:t>
            </a:r>
            <a:r>
              <a:rPr lang="zh-TW" altLang="en-US" sz="6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下播放</a:t>
            </a:r>
            <a:r>
              <a:rPr lang="en-US" altLang="zh-TW" sz="6000" dirty="0" smtClean="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)</a:t>
            </a:r>
            <a:endParaRPr lang="en-US" sz="6000" dirty="0">
              <a:solidFill>
                <a:srgbClr val="F6E7D8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97049" y="4076670"/>
            <a:ext cx="6096000" cy="5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讓圖文畫面流動，為網頁注入新鮮感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7049" y="5894360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實作技術: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7049" y="2255921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目標用途: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8490" y="7624851"/>
            <a:ext cx="13664895" cy="5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後端系統確認isownpost，若是符合，則允許修改，不是則不會出現按鈕</a:t>
            </a:r>
          </a:p>
        </p:txBody>
      </p:sp>
      <p:pic>
        <p:nvPicPr>
          <p:cNvPr id="8" name="所有權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9220200" y="2095500"/>
            <a:ext cx="8229600" cy="533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36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="" xmlns:p14="http://schemas.microsoft.com/office/powerpoint/2010/main" r:embed="rId4"/>
              </p:ext>
            </p:extLst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9297441" y="2640038"/>
            <a:ext cx="8339186" cy="443224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345587" y="508698"/>
            <a:ext cx="9596826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通知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7049" y="4111157"/>
            <a:ext cx="3810000" cy="5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能夠有機會認識新朋友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7049" y="5833101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實作技術: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7049" y="2186013"/>
            <a:ext cx="214002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目標用途: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603252"/>
            <a:ext cx="11241815" cy="5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6E7D8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存取至後端API，在抓取至前端網頁，並且Feedback有未讀訊息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</Words>
  <Application>Microsoft Office PowerPoint</Application>
  <PresentationFormat>自訂</PresentationFormat>
  <Paragraphs>34</Paragraphs>
  <Slides>5</Slides>
  <Notes>0</Notes>
  <HiddenSlides>0</HiddenSlides>
  <MMClips>4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4" baseType="lpstr">
      <vt:lpstr>Arial</vt:lpstr>
      <vt:lpstr>新細明體</vt:lpstr>
      <vt:lpstr>王漢宗顏楷體</vt:lpstr>
      <vt:lpstr>王漢宗特黑體</vt:lpstr>
      <vt:lpstr>Noto Sans T Chinese</vt:lpstr>
      <vt:lpstr>Gotham</vt:lpstr>
      <vt:lpstr>Gotham Bold</vt:lpstr>
      <vt:lpstr>Calibri</vt:lpstr>
      <vt:lpstr>Office Theme</vt:lpstr>
      <vt:lpstr>投影片 1</vt:lpstr>
      <vt:lpstr>投影片 2</vt:lpstr>
      <vt:lpstr>投影片 3</vt:lpstr>
      <vt:lpstr>投影片 4</vt:lpstr>
      <vt:lpstr>投影片 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White and Orange Simple Portfolio Presentation</dc:title>
  <cp:lastModifiedBy>USER</cp:lastModifiedBy>
  <cp:revision>3</cp:revision>
  <dcterms:created xsi:type="dcterms:W3CDTF">2006-08-16T00:00:00Z</dcterms:created>
  <dcterms:modified xsi:type="dcterms:W3CDTF">2025-02-18T15:18:27Z</dcterms:modified>
  <dc:identifier>DAGeCAkPZPA</dc:identifier>
</cp:coreProperties>
</file>